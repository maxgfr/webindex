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mention the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2027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the offline reader</a:t>
            </a:r>
          </a:p>
          <a:p>
            <a:r>
              <a:t>Cut cold-start latency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Zip bombs</a:t>
            </a:r>
          </a:p>
          <a:p>
            <a:r>
              <a:t>Malformed archives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